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6430A2-D390-45B0-BB6B-0A3CCCEA5725}" v="38" dt="2025-12-08T16:16:14.2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7" d="100"/>
          <a:sy n="37" d="100"/>
        </p:scale>
        <p:origin x="724" y="-2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o Gomes de Oliveira" userId="8b240e5f0fc5aa36" providerId="LiveId" clId="{05952C6B-C450-4DEA-89A4-86681CB78304}"/>
    <pc:docChg chg="undo custSel modSld">
      <pc:chgData name="Renato Gomes de Oliveira" userId="8b240e5f0fc5aa36" providerId="LiveId" clId="{05952C6B-C450-4DEA-89A4-86681CB78304}" dt="2025-12-08T16:16:28.086" v="1238" actId="1076"/>
      <pc:docMkLst>
        <pc:docMk/>
      </pc:docMkLst>
      <pc:sldChg chg="addSp delSp modSp mod delAnim modAnim">
        <pc:chgData name="Renato Gomes de Oliveira" userId="8b240e5f0fc5aa36" providerId="LiveId" clId="{05952C6B-C450-4DEA-89A4-86681CB78304}" dt="2025-12-08T16:16:28.086" v="1238" actId="1076"/>
        <pc:sldMkLst>
          <pc:docMk/>
          <pc:sldMk cId="233585077" sldId="256"/>
        </pc:sldMkLst>
        <pc:spChg chg="add del mod">
          <ac:chgData name="Renato Gomes de Oliveira" userId="8b240e5f0fc5aa36" providerId="LiveId" clId="{05952C6B-C450-4DEA-89A4-86681CB78304}" dt="2025-12-08T15:56:20.150" v="260" actId="21"/>
          <ac:spMkLst>
            <pc:docMk/>
            <pc:sldMk cId="233585077" sldId="256"/>
            <ac:spMk id="2" creationId="{DB72DB9F-F6E9-B7FA-A342-E0D6E218ECBE}"/>
          </ac:spMkLst>
        </pc:spChg>
        <pc:spChg chg="add del mod">
          <ac:chgData name="Renato Gomes de Oliveira" userId="8b240e5f0fc5aa36" providerId="LiveId" clId="{05952C6B-C450-4DEA-89A4-86681CB78304}" dt="2025-12-08T16:03:33.986" v="812" actId="478"/>
          <ac:spMkLst>
            <pc:docMk/>
            <pc:sldMk cId="233585077" sldId="256"/>
            <ac:spMk id="3" creationId="{DB72DB9F-F6E9-B7FA-A342-E0D6E218ECBE}"/>
          </ac:spMkLst>
        </pc:spChg>
        <pc:spChg chg="add mod">
          <ac:chgData name="Renato Gomes de Oliveira" userId="8b240e5f0fc5aa36" providerId="LiveId" clId="{05952C6B-C450-4DEA-89A4-86681CB78304}" dt="2025-12-08T16:16:07.887" v="1225" actId="1076"/>
          <ac:spMkLst>
            <pc:docMk/>
            <pc:sldMk cId="233585077" sldId="256"/>
            <ac:spMk id="14" creationId="{679FE0AC-88F6-53C3-9FE5-D8DD6AF0B0E9}"/>
          </ac:spMkLst>
        </pc:spChg>
        <pc:spChg chg="del">
          <ac:chgData name="Renato Gomes de Oliveira" userId="8b240e5f0fc5aa36" providerId="LiveId" clId="{05952C6B-C450-4DEA-89A4-86681CB78304}" dt="2025-12-08T15:40:07.652" v="107" actId="478"/>
          <ac:spMkLst>
            <pc:docMk/>
            <pc:sldMk cId="233585077" sldId="256"/>
            <ac:spMk id="14" creationId="{F499C47E-9C77-4F80-6290-73E90311A614}"/>
          </ac:spMkLst>
        </pc:spChg>
        <pc:spChg chg="del">
          <ac:chgData name="Renato Gomes de Oliveira" userId="8b240e5f0fc5aa36" providerId="LiveId" clId="{05952C6B-C450-4DEA-89A4-86681CB78304}" dt="2025-12-08T14:57:00.559" v="46" actId="478"/>
          <ac:spMkLst>
            <pc:docMk/>
            <pc:sldMk cId="233585077" sldId="256"/>
            <ac:spMk id="15" creationId="{D09AEAFD-A7A5-8D93-4E87-70BF3B3EBB75}"/>
          </ac:spMkLst>
        </pc:spChg>
        <pc:spChg chg="add mod">
          <ac:chgData name="Renato Gomes de Oliveira" userId="8b240e5f0fc5aa36" providerId="LiveId" clId="{05952C6B-C450-4DEA-89A4-86681CB78304}" dt="2025-12-08T16:16:07.887" v="1225" actId="1076"/>
          <ac:spMkLst>
            <pc:docMk/>
            <pc:sldMk cId="233585077" sldId="256"/>
            <ac:spMk id="16" creationId="{20481ECE-D08D-B806-018F-CE1689F9D0DC}"/>
          </ac:spMkLst>
        </pc:spChg>
        <pc:spChg chg="del">
          <ac:chgData name="Renato Gomes de Oliveira" userId="8b240e5f0fc5aa36" providerId="LiveId" clId="{05952C6B-C450-4DEA-89A4-86681CB78304}" dt="2025-12-08T15:00:19.852" v="68" actId="478"/>
          <ac:spMkLst>
            <pc:docMk/>
            <pc:sldMk cId="233585077" sldId="256"/>
            <ac:spMk id="16" creationId="{C3AAB5E7-2A2E-98F3-0C89-CEB6E6C7A83B}"/>
          </ac:spMkLst>
        </pc:spChg>
        <pc:spChg chg="del">
          <ac:chgData name="Renato Gomes de Oliveira" userId="8b240e5f0fc5aa36" providerId="LiveId" clId="{05952C6B-C450-4DEA-89A4-86681CB78304}" dt="2025-12-08T15:01:29.654" v="72" actId="478"/>
          <ac:spMkLst>
            <pc:docMk/>
            <pc:sldMk cId="233585077" sldId="256"/>
            <ac:spMk id="17" creationId="{7A0D52F6-6E9B-BA47-BB7E-3F08833DBA18}"/>
          </ac:spMkLst>
        </pc:spChg>
        <pc:spChg chg="del">
          <ac:chgData name="Renato Gomes de Oliveira" userId="8b240e5f0fc5aa36" providerId="LiveId" clId="{05952C6B-C450-4DEA-89A4-86681CB78304}" dt="2025-12-08T15:01:46.687" v="73" actId="478"/>
          <ac:spMkLst>
            <pc:docMk/>
            <pc:sldMk cId="233585077" sldId="256"/>
            <ac:spMk id="18" creationId="{87156B8A-E331-FACE-D16A-C1A650B3F424}"/>
          </ac:spMkLst>
        </pc:spChg>
        <pc:spChg chg="del">
          <ac:chgData name="Renato Gomes de Oliveira" userId="8b240e5f0fc5aa36" providerId="LiveId" clId="{05952C6B-C450-4DEA-89A4-86681CB78304}" dt="2025-12-08T15:01:47.423" v="74" actId="478"/>
          <ac:spMkLst>
            <pc:docMk/>
            <pc:sldMk cId="233585077" sldId="256"/>
            <ac:spMk id="19" creationId="{FD6A0CE3-B862-306C-5C98-248C1FA742C6}"/>
          </ac:spMkLst>
        </pc:spChg>
        <pc:spChg chg="del">
          <ac:chgData name="Renato Gomes de Oliveira" userId="8b240e5f0fc5aa36" providerId="LiveId" clId="{05952C6B-C450-4DEA-89A4-86681CB78304}" dt="2025-12-08T15:37:53.196" v="97" actId="478"/>
          <ac:spMkLst>
            <pc:docMk/>
            <pc:sldMk cId="233585077" sldId="256"/>
            <ac:spMk id="20" creationId="{9F79BC5D-C01B-92DE-D877-DE52EA844289}"/>
          </ac:spMkLst>
        </pc:spChg>
        <pc:spChg chg="del">
          <ac:chgData name="Renato Gomes de Oliveira" userId="8b240e5f0fc5aa36" providerId="LiveId" clId="{05952C6B-C450-4DEA-89A4-86681CB78304}" dt="2025-12-08T15:37:54.037" v="98" actId="478"/>
          <ac:spMkLst>
            <pc:docMk/>
            <pc:sldMk cId="233585077" sldId="256"/>
            <ac:spMk id="21" creationId="{24580908-A6CB-D5A8-95EE-E2845760FD95}"/>
          </ac:spMkLst>
        </pc:spChg>
        <pc:spChg chg="add mod">
          <ac:chgData name="Renato Gomes de Oliveira" userId="8b240e5f0fc5aa36" providerId="LiveId" clId="{05952C6B-C450-4DEA-89A4-86681CB78304}" dt="2025-12-08T16:14:54.095" v="1216" actId="1036"/>
          <ac:spMkLst>
            <pc:docMk/>
            <pc:sldMk cId="233585077" sldId="256"/>
            <ac:spMk id="21" creationId="{DFBDB213-BA81-2C79-55D5-C047654B49F2}"/>
          </ac:spMkLst>
        </pc:spChg>
        <pc:spChg chg="mod">
          <ac:chgData name="Renato Gomes de Oliveira" userId="8b240e5f0fc5aa36" providerId="LiveId" clId="{05952C6B-C450-4DEA-89A4-86681CB78304}" dt="2025-12-08T16:16:28.086" v="1238" actId="1076"/>
          <ac:spMkLst>
            <pc:docMk/>
            <pc:sldMk cId="233585077" sldId="256"/>
            <ac:spMk id="23" creationId="{28822AC3-2FAF-C75E-4F51-3D70E56CAF68}"/>
          </ac:spMkLst>
        </pc:spChg>
        <pc:spChg chg="mod">
          <ac:chgData name="Renato Gomes de Oliveira" userId="8b240e5f0fc5aa36" providerId="LiveId" clId="{05952C6B-C450-4DEA-89A4-86681CB78304}" dt="2025-12-08T16:16:28.086" v="1238" actId="1076"/>
          <ac:spMkLst>
            <pc:docMk/>
            <pc:sldMk cId="233585077" sldId="256"/>
            <ac:spMk id="24" creationId="{E6716601-B6D2-D978-BC0B-968108DCED06}"/>
          </ac:spMkLst>
        </pc:spChg>
        <pc:spChg chg="del">
          <ac:chgData name="Renato Gomes de Oliveira" userId="8b240e5f0fc5aa36" providerId="LiveId" clId="{05952C6B-C450-4DEA-89A4-86681CB78304}" dt="2025-12-08T15:03:13.185" v="84" actId="478"/>
          <ac:spMkLst>
            <pc:docMk/>
            <pc:sldMk cId="233585077" sldId="256"/>
            <ac:spMk id="25" creationId="{517BADE9-E044-46C3-701D-B6F63D6235C7}"/>
          </ac:spMkLst>
        </pc:spChg>
        <pc:spChg chg="del">
          <ac:chgData name="Renato Gomes de Oliveira" userId="8b240e5f0fc5aa36" providerId="LiveId" clId="{05952C6B-C450-4DEA-89A4-86681CB78304}" dt="2025-12-08T15:03:02.288" v="80" actId="478"/>
          <ac:spMkLst>
            <pc:docMk/>
            <pc:sldMk cId="233585077" sldId="256"/>
            <ac:spMk id="26" creationId="{8F38C0A0-CAF7-8F19-BCA8-03F2C93C0CFD}"/>
          </ac:spMkLst>
        </pc:spChg>
        <pc:spChg chg="del">
          <ac:chgData name="Renato Gomes de Oliveira" userId="8b240e5f0fc5aa36" providerId="LiveId" clId="{05952C6B-C450-4DEA-89A4-86681CB78304}" dt="2025-12-08T15:03:11.241" v="83" actId="478"/>
          <ac:spMkLst>
            <pc:docMk/>
            <pc:sldMk cId="233585077" sldId="256"/>
            <ac:spMk id="27" creationId="{50634F33-3A25-10B0-BD53-E3B4C55C3865}"/>
          </ac:spMkLst>
        </pc:spChg>
        <pc:spChg chg="del">
          <ac:chgData name="Renato Gomes de Oliveira" userId="8b240e5f0fc5aa36" providerId="LiveId" clId="{05952C6B-C450-4DEA-89A4-86681CB78304}" dt="2025-12-08T15:03:05.320" v="81" actId="478"/>
          <ac:spMkLst>
            <pc:docMk/>
            <pc:sldMk cId="233585077" sldId="256"/>
            <ac:spMk id="28" creationId="{A48CB083-6FE3-02AE-6675-406BE265C915}"/>
          </ac:spMkLst>
        </pc:spChg>
        <pc:spChg chg="del">
          <ac:chgData name="Renato Gomes de Oliveira" userId="8b240e5f0fc5aa36" providerId="LiveId" clId="{05952C6B-C450-4DEA-89A4-86681CB78304}" dt="2025-12-08T15:03:07.575" v="82" actId="478"/>
          <ac:spMkLst>
            <pc:docMk/>
            <pc:sldMk cId="233585077" sldId="256"/>
            <ac:spMk id="29" creationId="{5D0485D3-E5E1-B893-0E9B-7ED06BBC30E7}"/>
          </ac:spMkLst>
        </pc:spChg>
        <pc:spChg chg="del">
          <ac:chgData name="Renato Gomes de Oliveira" userId="8b240e5f0fc5aa36" providerId="LiveId" clId="{05952C6B-C450-4DEA-89A4-86681CB78304}" dt="2025-12-08T15:03:59.562" v="88" actId="478"/>
          <ac:spMkLst>
            <pc:docMk/>
            <pc:sldMk cId="233585077" sldId="256"/>
            <ac:spMk id="31" creationId="{72FC3E97-126F-1B08-D757-3451CFC1196F}"/>
          </ac:spMkLst>
        </pc:spChg>
        <pc:spChg chg="del">
          <ac:chgData name="Renato Gomes de Oliveira" userId="8b240e5f0fc5aa36" providerId="LiveId" clId="{05952C6B-C450-4DEA-89A4-86681CB78304}" dt="2025-12-08T15:37:55.540" v="99" actId="478"/>
          <ac:spMkLst>
            <pc:docMk/>
            <pc:sldMk cId="233585077" sldId="256"/>
            <ac:spMk id="32" creationId="{0E9EA8E6-135F-AABB-4FC2-CC54FC86C06E}"/>
          </ac:spMkLst>
        </pc:spChg>
        <pc:spChg chg="del">
          <ac:chgData name="Renato Gomes de Oliveira" userId="8b240e5f0fc5aa36" providerId="LiveId" clId="{05952C6B-C450-4DEA-89A4-86681CB78304}" dt="2025-12-08T15:40:10.382" v="108" actId="478"/>
          <ac:spMkLst>
            <pc:docMk/>
            <pc:sldMk cId="233585077" sldId="256"/>
            <ac:spMk id="33" creationId="{BBF7233D-AAB3-BFE7-D979-03D4B57568D8}"/>
          </ac:spMkLst>
        </pc:spChg>
        <pc:spChg chg="del">
          <ac:chgData name="Renato Gomes de Oliveira" userId="8b240e5f0fc5aa36" providerId="LiveId" clId="{05952C6B-C450-4DEA-89A4-86681CB78304}" dt="2025-12-08T15:37:56.828" v="100" actId="478"/>
          <ac:spMkLst>
            <pc:docMk/>
            <pc:sldMk cId="233585077" sldId="256"/>
            <ac:spMk id="34" creationId="{89A8C680-F49A-E872-E75E-59D9DA12725F}"/>
          </ac:spMkLst>
        </pc:spChg>
        <pc:spChg chg="add del mod">
          <ac:chgData name="Renato Gomes de Oliveira" userId="8b240e5f0fc5aa36" providerId="LiveId" clId="{05952C6B-C450-4DEA-89A4-86681CB78304}" dt="2025-12-08T14:57:02.984" v="47" actId="478"/>
          <ac:spMkLst>
            <pc:docMk/>
            <pc:sldMk cId="233585077" sldId="256"/>
            <ac:spMk id="37" creationId="{D14ACE04-7A12-3EF2-CF5B-0F1FEC482389}"/>
          </ac:spMkLst>
        </pc:spChg>
        <pc:spChg chg="add mod">
          <ac:chgData name="Renato Gomes de Oliveira" userId="8b240e5f0fc5aa36" providerId="LiveId" clId="{05952C6B-C450-4DEA-89A4-86681CB78304}" dt="2025-12-08T16:14:54.095" v="1216" actId="1036"/>
          <ac:spMkLst>
            <pc:docMk/>
            <pc:sldMk cId="233585077" sldId="256"/>
            <ac:spMk id="1030" creationId="{E9CC4D79-33E8-C1EA-D2EF-984D68575257}"/>
          </ac:spMkLst>
        </pc:spChg>
        <pc:spChg chg="add del mod">
          <ac:chgData name="Renato Gomes de Oliveira" userId="8b240e5f0fc5aa36" providerId="LiveId" clId="{05952C6B-C450-4DEA-89A4-86681CB78304}" dt="2025-12-08T16:14:13.708" v="1179" actId="478"/>
          <ac:spMkLst>
            <pc:docMk/>
            <pc:sldMk cId="233585077" sldId="256"/>
            <ac:spMk id="1031" creationId="{20BFA92A-5B54-82F6-F0E9-B5FB8AB689F5}"/>
          </ac:spMkLst>
        </pc:spChg>
        <pc:picChg chg="add mod">
          <ac:chgData name="Renato Gomes de Oliveira" userId="8b240e5f0fc5aa36" providerId="LiveId" clId="{05952C6B-C450-4DEA-89A4-86681CB78304}" dt="2025-12-08T16:16:14.246" v="1236" actId="1037"/>
          <ac:picMkLst>
            <pc:docMk/>
            <pc:sldMk cId="233585077" sldId="256"/>
            <ac:picMk id="6" creationId="{1F15A3D7-7CDD-7E56-80A0-D2B4E239CD6C}"/>
          </ac:picMkLst>
        </pc:picChg>
        <pc:picChg chg="add mod">
          <ac:chgData name="Renato Gomes de Oliveira" userId="8b240e5f0fc5aa36" providerId="LiveId" clId="{05952C6B-C450-4DEA-89A4-86681CB78304}" dt="2025-12-08T16:00:22.177" v="657" actId="1076"/>
          <ac:picMkLst>
            <pc:docMk/>
            <pc:sldMk cId="233585077" sldId="256"/>
            <ac:picMk id="9" creationId="{115D1DDD-4427-56D3-E723-CB138A85DFA9}"/>
          </ac:picMkLst>
        </pc:picChg>
        <pc:picChg chg="add mod">
          <ac:chgData name="Renato Gomes de Oliveira" userId="8b240e5f0fc5aa36" providerId="LiveId" clId="{05952C6B-C450-4DEA-89A4-86681CB78304}" dt="2025-12-08T16:00:35.339" v="660" actId="1076"/>
          <ac:picMkLst>
            <pc:docMk/>
            <pc:sldMk cId="233585077" sldId="256"/>
            <ac:picMk id="11" creationId="{0DA5BCF4-3999-EEB8-6AA2-02629A180C8D}"/>
          </ac:picMkLst>
        </pc:picChg>
        <pc:picChg chg="add del mod">
          <ac:chgData name="Renato Gomes de Oliveira" userId="8b240e5f0fc5aa36" providerId="LiveId" clId="{05952C6B-C450-4DEA-89A4-86681CB78304}" dt="2025-12-08T16:03:33.986" v="812" actId="478"/>
          <ac:picMkLst>
            <pc:docMk/>
            <pc:sldMk cId="233585077" sldId="256"/>
            <ac:picMk id="15" creationId="{949B1433-781C-ADB5-D15F-4FC585F40A90}"/>
          </ac:picMkLst>
        </pc:picChg>
        <pc:picChg chg="add del mod ord">
          <ac:chgData name="Renato Gomes de Oliveira" userId="8b240e5f0fc5aa36" providerId="LiveId" clId="{05952C6B-C450-4DEA-89A4-86681CB78304}" dt="2025-12-08T16:12:53.129" v="1168" actId="478"/>
          <ac:picMkLst>
            <pc:docMk/>
            <pc:sldMk cId="233585077" sldId="256"/>
            <ac:picMk id="18" creationId="{0311F1C8-E52B-2AC5-E364-3C04C31F75BC}"/>
          </ac:picMkLst>
        </pc:picChg>
        <pc:picChg chg="add mod ord">
          <ac:chgData name="Renato Gomes de Oliveira" userId="8b240e5f0fc5aa36" providerId="LiveId" clId="{05952C6B-C450-4DEA-89A4-86681CB78304}" dt="2025-12-08T16:12:51.406" v="1167" actId="167"/>
          <ac:picMkLst>
            <pc:docMk/>
            <pc:sldMk cId="233585077" sldId="256"/>
            <ac:picMk id="20" creationId="{39D1ED9D-DA7D-8065-9F0F-E2264FC0F16E}"/>
          </ac:picMkLst>
        </pc:picChg>
        <pc:picChg chg="add del mod">
          <ac:chgData name="Renato Gomes de Oliveira" userId="8b240e5f0fc5aa36" providerId="LiveId" clId="{05952C6B-C450-4DEA-89A4-86681CB78304}" dt="2025-12-08T14:56:59.304" v="45" actId="478"/>
          <ac:picMkLst>
            <pc:docMk/>
            <pc:sldMk cId="233585077" sldId="256"/>
            <ac:picMk id="36" creationId="{C5AFC8A3-24ED-921A-0373-F2279A22F4A2}"/>
          </ac:picMkLst>
        </pc:picChg>
        <pc:picChg chg="add del mod">
          <ac:chgData name="Renato Gomes de Oliveira" userId="8b240e5f0fc5aa36" providerId="LiveId" clId="{05952C6B-C450-4DEA-89A4-86681CB78304}" dt="2025-12-08T14:58:08.248" v="58" actId="478"/>
          <ac:picMkLst>
            <pc:docMk/>
            <pc:sldMk cId="233585077" sldId="256"/>
            <ac:picMk id="39" creationId="{B6B4897F-48C2-C94D-F435-84B69081235E}"/>
          </ac:picMkLst>
        </pc:picChg>
        <pc:picChg chg="add del mod">
          <ac:chgData name="Renato Gomes de Oliveira" userId="8b240e5f0fc5aa36" providerId="LiveId" clId="{05952C6B-C450-4DEA-89A4-86681CB78304}" dt="2025-12-08T14:58:08.913" v="59" actId="478"/>
          <ac:picMkLst>
            <pc:docMk/>
            <pc:sldMk cId="233585077" sldId="256"/>
            <ac:picMk id="41" creationId="{5895E057-F46D-B02E-077B-E465FF16D258}"/>
          </ac:picMkLst>
        </pc:picChg>
        <pc:picChg chg="add del mod">
          <ac:chgData name="Renato Gomes de Oliveira" userId="8b240e5f0fc5aa36" providerId="LiveId" clId="{05952C6B-C450-4DEA-89A4-86681CB78304}" dt="2025-12-08T14:57:47.896" v="55" actId="478"/>
          <ac:picMkLst>
            <pc:docMk/>
            <pc:sldMk cId="233585077" sldId="256"/>
            <ac:picMk id="42" creationId="{5CF7C9F0-E747-6A62-A2E6-F65E3322CB35}"/>
          </ac:picMkLst>
        </pc:picChg>
        <pc:picChg chg="add del mod">
          <ac:chgData name="Renato Gomes de Oliveira" userId="8b240e5f0fc5aa36" providerId="LiveId" clId="{05952C6B-C450-4DEA-89A4-86681CB78304}" dt="2025-12-08T14:58:12.353" v="60" actId="478"/>
          <ac:picMkLst>
            <pc:docMk/>
            <pc:sldMk cId="233585077" sldId="256"/>
            <ac:picMk id="44" creationId="{955FD8E0-0F5F-BFF3-9F1B-C7E3036D7842}"/>
          </ac:picMkLst>
        </pc:picChg>
        <pc:picChg chg="add del mod">
          <ac:chgData name="Renato Gomes de Oliveira" userId="8b240e5f0fc5aa36" providerId="LiveId" clId="{05952C6B-C450-4DEA-89A4-86681CB78304}" dt="2025-12-08T16:11:25.912" v="1162" actId="478"/>
          <ac:picMkLst>
            <pc:docMk/>
            <pc:sldMk cId="233585077" sldId="256"/>
            <ac:picMk id="46" creationId="{CF4B7B84-8BFA-CCED-343B-7C8BCA8AED4C}"/>
          </ac:picMkLst>
        </pc:picChg>
        <pc:picChg chg="add mod">
          <ac:chgData name="Renato Gomes de Oliveira" userId="8b240e5f0fc5aa36" providerId="LiveId" clId="{05952C6B-C450-4DEA-89A4-86681CB78304}" dt="2025-12-08T16:13:14.316" v="1170" actId="14100"/>
          <ac:picMkLst>
            <pc:docMk/>
            <pc:sldMk cId="233585077" sldId="256"/>
            <ac:picMk id="48" creationId="{91AC63AD-903E-B46C-63B2-85133CA00EA3}"/>
          </ac:picMkLst>
        </pc:picChg>
        <pc:picChg chg="add del mod">
          <ac:chgData name="Renato Gomes de Oliveira" userId="8b240e5f0fc5aa36" providerId="LiveId" clId="{05952C6B-C450-4DEA-89A4-86681CB78304}" dt="2025-12-08T15:35:04.921" v="89" actId="478"/>
          <ac:picMkLst>
            <pc:docMk/>
            <pc:sldMk cId="233585077" sldId="256"/>
            <ac:picMk id="50" creationId="{C2CEB1FD-E6D8-3346-0818-FA22EADC54DD}"/>
          </ac:picMkLst>
        </pc:picChg>
        <pc:picChg chg="add del mod ord">
          <ac:chgData name="Renato Gomes de Oliveira" userId="8b240e5f0fc5aa36" providerId="LiveId" clId="{05952C6B-C450-4DEA-89A4-86681CB78304}" dt="2025-12-08T15:35:08.193" v="90" actId="478"/>
          <ac:picMkLst>
            <pc:docMk/>
            <pc:sldMk cId="233585077" sldId="256"/>
            <ac:picMk id="52" creationId="{47025993-0B24-D11D-09F1-7B7A263AAC20}"/>
          </ac:picMkLst>
        </pc:picChg>
        <pc:picChg chg="add mod">
          <ac:chgData name="Renato Gomes de Oliveira" userId="8b240e5f0fc5aa36" providerId="LiveId" clId="{05952C6B-C450-4DEA-89A4-86681CB78304}" dt="2025-12-08T16:13:01.297" v="1169" actId="14100"/>
          <ac:picMkLst>
            <pc:docMk/>
            <pc:sldMk cId="233585077" sldId="256"/>
            <ac:picMk id="54" creationId="{68D06C09-A009-13B1-7875-5C7DC48C7184}"/>
          </ac:picMkLst>
        </pc:picChg>
        <pc:picChg chg="add mod">
          <ac:chgData name="Renato Gomes de Oliveira" userId="8b240e5f0fc5aa36" providerId="LiveId" clId="{05952C6B-C450-4DEA-89A4-86681CB78304}" dt="2025-12-08T16:14:22.858" v="1181" actId="14100"/>
          <ac:picMkLst>
            <pc:docMk/>
            <pc:sldMk cId="233585077" sldId="256"/>
            <ac:picMk id="56" creationId="{1A8E58BA-D290-E35E-88B6-6D9E09FE43FF}"/>
          </ac:picMkLst>
        </pc:picChg>
        <pc:picChg chg="add mod">
          <ac:chgData name="Renato Gomes de Oliveira" userId="8b240e5f0fc5aa36" providerId="LiveId" clId="{05952C6B-C450-4DEA-89A4-86681CB78304}" dt="2025-12-08T16:15:12.518" v="1219" actId="1076"/>
          <ac:picMkLst>
            <pc:docMk/>
            <pc:sldMk cId="233585077" sldId="256"/>
            <ac:picMk id="58" creationId="{87CF650F-C265-45A3-3640-334FAE510C70}"/>
          </ac:picMkLst>
        </pc:picChg>
        <pc:picChg chg="add mod">
          <ac:chgData name="Renato Gomes de Oliveira" userId="8b240e5f0fc5aa36" providerId="LiveId" clId="{05952C6B-C450-4DEA-89A4-86681CB78304}" dt="2025-12-08T16:15:04.908" v="1218" actId="14100"/>
          <ac:picMkLst>
            <pc:docMk/>
            <pc:sldMk cId="233585077" sldId="256"/>
            <ac:picMk id="60" creationId="{A88EF1B9-D3E3-C56E-9D56-75EE61068E5E}"/>
          </ac:picMkLst>
        </pc:picChg>
        <pc:picChg chg="add mod">
          <ac:chgData name="Renato Gomes de Oliveira" userId="8b240e5f0fc5aa36" providerId="LiveId" clId="{05952C6B-C450-4DEA-89A4-86681CB78304}" dt="2025-12-08T16:15:42.578" v="1222" actId="1076"/>
          <ac:picMkLst>
            <pc:docMk/>
            <pc:sldMk cId="233585077" sldId="256"/>
            <ac:picMk id="62" creationId="{E2064DF2-4E1E-67EF-B374-E41CFC52B744}"/>
          </ac:picMkLst>
        </pc:picChg>
        <pc:picChg chg="add mod">
          <ac:chgData name="Renato Gomes de Oliveira" userId="8b240e5f0fc5aa36" providerId="LiveId" clId="{05952C6B-C450-4DEA-89A4-86681CB78304}" dt="2025-12-08T15:54:32.030" v="253" actId="1076"/>
          <ac:picMkLst>
            <pc:docMk/>
            <pc:sldMk cId="233585077" sldId="256"/>
            <ac:picMk id="1024" creationId="{581E996C-78F8-F98E-ECF8-DCB4614B0861}"/>
          </ac:picMkLst>
        </pc:picChg>
        <pc:picChg chg="add mod">
          <ac:chgData name="Renato Gomes de Oliveira" userId="8b240e5f0fc5aa36" providerId="LiveId" clId="{05952C6B-C450-4DEA-89A4-86681CB78304}" dt="2025-12-08T16:15:55.245" v="1224" actId="14100"/>
          <ac:picMkLst>
            <pc:docMk/>
            <pc:sldMk cId="233585077" sldId="256"/>
            <ac:picMk id="1027" creationId="{BF464CC5-62E5-33D4-F950-E065217EB6EA}"/>
          </ac:picMkLst>
        </pc:picChg>
        <pc:picChg chg="add mod">
          <ac:chgData name="Renato Gomes de Oliveira" userId="8b240e5f0fc5aa36" providerId="LiveId" clId="{05952C6B-C450-4DEA-89A4-86681CB78304}" dt="2025-12-08T16:16:14.246" v="1236" actId="1037"/>
          <ac:picMkLst>
            <pc:docMk/>
            <pc:sldMk cId="233585077" sldId="256"/>
            <ac:picMk id="1028" creationId="{14DB6B88-F172-3CE1-813A-755172751C80}"/>
          </ac:picMkLst>
        </pc:picChg>
        <pc:picChg chg="add mod">
          <ac:chgData name="Renato Gomes de Oliveira" userId="8b240e5f0fc5aa36" providerId="LiveId" clId="{05952C6B-C450-4DEA-89A4-86681CB78304}" dt="2025-12-08T15:50:35.910" v="153" actId="14100"/>
          <ac:picMkLst>
            <pc:docMk/>
            <pc:sldMk cId="233585077" sldId="256"/>
            <ac:picMk id="1029" creationId="{3094C5BF-DDC7-E024-30F7-05929346F002}"/>
          </ac:picMkLst>
        </pc:picChg>
        <pc:cxnChg chg="del">
          <ac:chgData name="Renato Gomes de Oliveira" userId="8b240e5f0fc5aa36" providerId="LiveId" clId="{05952C6B-C450-4DEA-89A4-86681CB78304}" dt="2025-12-08T14:58:06.537" v="57" actId="478"/>
          <ac:cxnSpMkLst>
            <pc:docMk/>
            <pc:sldMk cId="233585077" sldId="256"/>
            <ac:cxnSpMk id="9" creationId="{79D0FA31-8F6E-72EC-E443-EE117A160B5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8CF6-8257-4546-A383-9A839EDB27EE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4936-A452-4245-B346-264A5917E0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03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8CF6-8257-4546-A383-9A839EDB27EE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4936-A452-4245-B346-264A5917E0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95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8CF6-8257-4546-A383-9A839EDB27EE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4936-A452-4245-B346-264A5917E0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1841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8CF6-8257-4546-A383-9A839EDB27EE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4936-A452-4245-B346-264A5917E0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4330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8CF6-8257-4546-A383-9A839EDB27EE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4936-A452-4245-B346-264A5917E0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752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8CF6-8257-4546-A383-9A839EDB27EE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4936-A452-4245-B346-264A5917E0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039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8CF6-8257-4546-A383-9A839EDB27EE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4936-A452-4245-B346-264A5917E0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8479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8CF6-8257-4546-A383-9A839EDB27EE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4936-A452-4245-B346-264A5917E0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4105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8CF6-8257-4546-A383-9A839EDB27EE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4936-A452-4245-B346-264A5917E0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1746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8CF6-8257-4546-A383-9A839EDB27EE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4936-A452-4245-B346-264A5917E0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603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D8CF6-8257-4546-A383-9A839EDB27EE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14936-A452-4245-B346-264A5917E0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3744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D8CF6-8257-4546-A383-9A839EDB27EE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14936-A452-4245-B346-264A5917E0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652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>
            <a:extLst>
              <a:ext uri="{FF2B5EF4-FFF2-40B4-BE49-F238E27FC236}">
                <a16:creationId xmlns:a16="http://schemas.microsoft.com/office/drawing/2014/main" id="{39D1ED9D-DA7D-8065-9F0F-E2264FC0F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9906" y="3443183"/>
            <a:ext cx="10499182" cy="486760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6E7C3A9-8154-05BE-9CA3-EF7056FB5AFC}"/>
              </a:ext>
            </a:extLst>
          </p:cNvPr>
          <p:cNvSpPr txBox="1"/>
          <p:nvPr/>
        </p:nvSpPr>
        <p:spPr>
          <a:xfrm>
            <a:off x="4188898" y="841569"/>
            <a:ext cx="14218373" cy="77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AUDITORIA AMBIENTAL EM USINAS HIDRELÉTRICAS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625D41C-9C9C-26FB-12DA-F8B6EA97FA35}"/>
              </a:ext>
            </a:extLst>
          </p:cNvPr>
          <p:cNvSpPr txBox="1"/>
          <p:nvPr/>
        </p:nvSpPr>
        <p:spPr>
          <a:xfrm>
            <a:off x="3130668" y="1728683"/>
            <a:ext cx="1601356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Asseguração Independente de Relatórios ESG via Dados Exógenos (Imagens de Satélite)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E5FDCC-63CE-BD18-8AF0-79495BEB2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25" y="371301"/>
            <a:ext cx="30861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4D043E25-91A0-071B-E76F-5C80AB0DF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90837" y="728418"/>
            <a:ext cx="1724266" cy="100026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28822AC3-2FAF-C75E-4F51-3D70E56CAF68}"/>
              </a:ext>
            </a:extLst>
          </p:cNvPr>
          <p:cNvSpPr txBox="1"/>
          <p:nvPr/>
        </p:nvSpPr>
        <p:spPr>
          <a:xfrm>
            <a:off x="12204669" y="28357975"/>
            <a:ext cx="84792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pt-BR" sz="24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Disciplina</a:t>
            </a:r>
            <a:r>
              <a:rPr lang="pt-BR" sz="2400" b="1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 Visão Computacional | PPGCC | USFC 2025.2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6716601-B6D2-D978-BC0B-968108DCED06}"/>
              </a:ext>
            </a:extLst>
          </p:cNvPr>
          <p:cNvSpPr txBox="1"/>
          <p:nvPr/>
        </p:nvSpPr>
        <p:spPr>
          <a:xfrm>
            <a:off x="12346017" y="29051969"/>
            <a:ext cx="83378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pt-BR" sz="2400" b="1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Renato G.O. | Mestrado em Contabilidade - PPGC | UFSC</a:t>
            </a:r>
          </a:p>
          <a:p>
            <a:pPr algn="r">
              <a:buNone/>
            </a:pPr>
            <a:r>
              <a:rPr lang="pt-BR" sz="2400" b="1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08-dez-25 | r</a:t>
            </a:r>
            <a:r>
              <a:rPr lang="pt-BR" sz="2400" b="1" dirty="0">
                <a:solidFill>
                  <a:srgbClr val="0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enato.go@posgrad.ufsc.br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91AC63AD-903E-B46C-63B2-85133CA00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011" y="9119124"/>
            <a:ext cx="9910969" cy="5104097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68D06C09-A009-13B1-7875-5C7DC48C71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1149" y="9119125"/>
            <a:ext cx="10063953" cy="5292970"/>
          </a:xfrm>
          <a:prstGeom prst="rect">
            <a:avLst/>
          </a:prstGeom>
        </p:spPr>
      </p:pic>
      <p:pic>
        <p:nvPicPr>
          <p:cNvPr id="56" name="Imagem 55">
            <a:extLst>
              <a:ext uri="{FF2B5EF4-FFF2-40B4-BE49-F238E27FC236}">
                <a16:creationId xmlns:a16="http://schemas.microsoft.com/office/drawing/2014/main" id="{1A8E58BA-D290-E35E-88B6-6D9E09FE43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011" y="15247131"/>
            <a:ext cx="9954580" cy="5362529"/>
          </a:xfrm>
          <a:prstGeom prst="rect">
            <a:avLst/>
          </a:prstGeom>
        </p:spPr>
      </p:pic>
      <p:pic>
        <p:nvPicPr>
          <p:cNvPr id="58" name="Imagem 57">
            <a:extLst>
              <a:ext uri="{FF2B5EF4-FFF2-40B4-BE49-F238E27FC236}">
                <a16:creationId xmlns:a16="http://schemas.microsoft.com/office/drawing/2014/main" id="{87CF650F-C265-45A3-3640-334FAE510C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011" y="20890843"/>
            <a:ext cx="9670865" cy="5124040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A88EF1B9-D3E3-C56E-9D56-75EE61068E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8480" y="15300092"/>
            <a:ext cx="9928928" cy="5304355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E2064DF2-4E1E-67EF-B374-E41CFC52B7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41225" y="20784916"/>
            <a:ext cx="10056183" cy="5317667"/>
          </a:xfrm>
          <a:prstGeom prst="rect">
            <a:avLst/>
          </a:prstGeom>
        </p:spPr>
      </p:pic>
      <p:pic>
        <p:nvPicPr>
          <p:cNvPr id="1024" name="Imagem 1023">
            <a:extLst>
              <a:ext uri="{FF2B5EF4-FFF2-40B4-BE49-F238E27FC236}">
                <a16:creationId xmlns:a16="http://schemas.microsoft.com/office/drawing/2014/main" id="{581E996C-78F8-F98E-ECF8-DCB4614B086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20" y="26277838"/>
            <a:ext cx="9993505" cy="1569660"/>
          </a:xfrm>
          <a:prstGeom prst="rect">
            <a:avLst/>
          </a:prstGeom>
        </p:spPr>
      </p:pic>
      <p:pic>
        <p:nvPicPr>
          <p:cNvPr id="1027" name="Imagem 1026">
            <a:extLst>
              <a:ext uri="{FF2B5EF4-FFF2-40B4-BE49-F238E27FC236}">
                <a16:creationId xmlns:a16="http://schemas.microsoft.com/office/drawing/2014/main" id="{BF464CC5-62E5-33D4-F950-E065217EB6E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74374" y="26366651"/>
            <a:ext cx="9621220" cy="1364203"/>
          </a:xfrm>
          <a:prstGeom prst="rect">
            <a:avLst/>
          </a:prstGeom>
        </p:spPr>
      </p:pic>
      <p:pic>
        <p:nvPicPr>
          <p:cNvPr id="1029" name="Imagem 1028">
            <a:extLst>
              <a:ext uri="{FF2B5EF4-FFF2-40B4-BE49-F238E27FC236}">
                <a16:creationId xmlns:a16="http://schemas.microsoft.com/office/drawing/2014/main" id="{3094C5BF-DDC7-E024-30F7-05929346F00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9012" y="3443183"/>
            <a:ext cx="9867359" cy="4923465"/>
          </a:xfrm>
          <a:prstGeom prst="rect">
            <a:avLst/>
          </a:prstGeom>
        </p:spPr>
      </p:pic>
      <p:sp>
        <p:nvSpPr>
          <p:cNvPr id="1030" name="Retângulo 1029">
            <a:extLst>
              <a:ext uri="{FF2B5EF4-FFF2-40B4-BE49-F238E27FC236}">
                <a16:creationId xmlns:a16="http://schemas.microsoft.com/office/drawing/2014/main" id="{E9CC4D79-33E8-C1EA-D2EF-984D68575257}"/>
              </a:ext>
            </a:extLst>
          </p:cNvPr>
          <p:cNvSpPr/>
          <p:nvPr/>
        </p:nvSpPr>
        <p:spPr>
          <a:xfrm>
            <a:off x="349012" y="14703247"/>
            <a:ext cx="9954580" cy="433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VISÃO CLÁSSICA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F15A3D7-7CDD-7E56-80A0-D2B4E239CD6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16633" y="29356511"/>
            <a:ext cx="900661" cy="677297"/>
          </a:xfrm>
          <a:prstGeom prst="rect">
            <a:avLst/>
          </a:prstGeom>
        </p:spPr>
      </p:pic>
      <p:pic>
        <p:nvPicPr>
          <p:cNvPr id="9" name="Gráfico 8" descr="Dedo indicador apontando para a direita com preenchimento sólido">
            <a:extLst>
              <a:ext uri="{FF2B5EF4-FFF2-40B4-BE49-F238E27FC236}">
                <a16:creationId xmlns:a16="http://schemas.microsoft.com/office/drawing/2014/main" id="{115D1DDD-4427-56D3-E723-CB138A85DFA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9041" y="28210935"/>
            <a:ext cx="914400" cy="914400"/>
          </a:xfrm>
          <a:prstGeom prst="rect">
            <a:avLst/>
          </a:prstGeom>
        </p:spPr>
      </p:pic>
      <p:pic>
        <p:nvPicPr>
          <p:cNvPr id="11" name="Gráfico 10" descr="Sinal de polegar para cima com preenchimento sólido">
            <a:extLst>
              <a:ext uri="{FF2B5EF4-FFF2-40B4-BE49-F238E27FC236}">
                <a16:creationId xmlns:a16="http://schemas.microsoft.com/office/drawing/2014/main" id="{0DA5BCF4-3999-EEB8-6AA2-02629A180C8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9709" y="29119408"/>
            <a:ext cx="914400" cy="9144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679FE0AC-88F6-53C3-9FE5-D8DD6AF0B0E9}"/>
              </a:ext>
            </a:extLst>
          </p:cNvPr>
          <p:cNvSpPr txBox="1"/>
          <p:nvPr/>
        </p:nvSpPr>
        <p:spPr>
          <a:xfrm>
            <a:off x="2899293" y="29467468"/>
            <a:ext cx="7735779" cy="461665"/>
          </a:xfrm>
          <a:prstGeom prst="rect">
            <a:avLst/>
          </a:prstGeom>
          <a:solidFill>
            <a:srgbClr val="FFFF00">
              <a:alpha val="30000"/>
            </a:srgbClr>
          </a:solidFill>
        </p:spPr>
        <p:txBody>
          <a:bodyPr wrap="square">
            <a:spAutoFit/>
          </a:bodyPr>
          <a:lstStyle/>
          <a:p>
            <a:r>
              <a:rPr lang="pt-B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https://www.youtube.com/@contador_renatogo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4DB6B88-F172-3CE1-813A-755172751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900" y="28210935"/>
            <a:ext cx="1569104" cy="882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20481ECE-D08D-B806-018F-CE1689F9D0DC}"/>
              </a:ext>
            </a:extLst>
          </p:cNvPr>
          <p:cNvSpPr txBox="1"/>
          <p:nvPr/>
        </p:nvSpPr>
        <p:spPr>
          <a:xfrm>
            <a:off x="2918929" y="28520935"/>
            <a:ext cx="7735778" cy="461665"/>
          </a:xfrm>
          <a:prstGeom prst="rect">
            <a:avLst/>
          </a:prstGeom>
          <a:solidFill>
            <a:srgbClr val="FFFF00">
              <a:alpha val="30000"/>
            </a:srgbClr>
          </a:solidFill>
        </p:spPr>
        <p:txBody>
          <a:bodyPr wrap="square">
            <a:spAutoFit/>
          </a:bodyPr>
          <a:lstStyle/>
          <a:p>
            <a:r>
              <a:rPr lang="pt-BR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https://github.com/renatogo-sc/Visao_computacional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FBDB213-BA81-2C79-55D5-C047654B49F2}"/>
              </a:ext>
            </a:extLst>
          </p:cNvPr>
          <p:cNvSpPr/>
          <p:nvPr/>
        </p:nvSpPr>
        <p:spPr>
          <a:xfrm>
            <a:off x="10760521" y="14685113"/>
            <a:ext cx="9954580" cy="4334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APRENDIZAGEM PROFUNDA</a:t>
            </a:r>
          </a:p>
        </p:txBody>
      </p:sp>
    </p:spTree>
    <p:extLst>
      <p:ext uri="{BB962C8B-B14F-4D97-AF65-F5344CB8AC3E}">
        <p14:creationId xmlns:p14="http://schemas.microsoft.com/office/powerpoint/2010/main" val="233585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</TotalTime>
  <Words>77</Words>
  <Application>Microsoft Office PowerPoint</Application>
  <PresentationFormat>Personalizar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Roboto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Gomes de Oliveira</dc:creator>
  <cp:lastModifiedBy>Renato Gomes de Oliveira</cp:lastModifiedBy>
  <cp:revision>1</cp:revision>
  <dcterms:created xsi:type="dcterms:W3CDTF">2025-12-08T13:56:32Z</dcterms:created>
  <dcterms:modified xsi:type="dcterms:W3CDTF">2025-12-08T16:16:29Z</dcterms:modified>
</cp:coreProperties>
</file>